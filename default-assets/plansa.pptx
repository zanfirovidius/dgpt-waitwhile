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691813" cy="7559675"/>
  <p:notesSz cx="7559675" cy="10691813"/>
  <p:embeddedFontLst>
    <p:embeddedFont>
      <p:font typeface="Impact" panose="020B0806030902050204" pitchFamily="34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 varScale="1">
        <p:scale>
          <a:sx n="109" d="100"/>
          <a:sy n="109" d="100"/>
        </p:scale>
        <p:origin x="2352" y="184"/>
      </p:cViewPr>
      <p:guideLst>
        <p:guide orient="horz" pos="2381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04515" y="685800"/>
            <a:ext cx="4849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9c5d0db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99c5d0db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64406" y="1224205"/>
            <a:ext cx="9963000" cy="2520463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Autofit/>
          </a:bodyPr>
          <a:lstStyle/>
          <a:p>
            <a:r>
              <a:rPr lang="en-GB" sz="8000" dirty="0">
                <a:solidFill>
                  <a:srgbClr val="132A39"/>
                </a:solidFill>
                <a:latin typeface="Impact"/>
                <a:sym typeface="Impact"/>
              </a:rPr>
              <a:t>{{name}}</a:t>
            </a:r>
            <a:endParaRPr lang="en-GB" sz="8000" dirty="0">
              <a:solidFill>
                <a:srgbClr val="132A3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976597-4A7D-5112-D7C9-18FF3D8B8497}"/>
              </a:ext>
            </a:extLst>
          </p:cNvPr>
          <p:cNvSpPr txBox="1"/>
          <p:nvPr/>
        </p:nvSpPr>
        <p:spPr>
          <a:xfrm>
            <a:off x="0" y="3815006"/>
            <a:ext cx="106918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dirty="0">
                <a:solidFill>
                  <a:srgbClr val="132A39"/>
                </a:solidFill>
                <a:latin typeface="Impact"/>
                <a:ea typeface="Impact"/>
                <a:cs typeface="Impact"/>
                <a:sym typeface="Impact"/>
              </a:rPr>
              <a:t>{{cabinet}}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6864</TotalTime>
  <Words>6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Impact</vt:lpstr>
      <vt:lpstr>Arial</vt:lpstr>
      <vt:lpstr>Simple Light</vt:lpstr>
      <vt:lpstr>{{name}}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{{doctor}}</dc:title>
  <cp:lastModifiedBy>Zanfir Ovidius</cp:lastModifiedBy>
  <cp:revision>49</cp:revision>
  <cp:lastPrinted>2026-03-29T07:27:03Z</cp:lastPrinted>
  <dcterms:modified xsi:type="dcterms:W3CDTF">2026-03-31T08:43:42Z</dcterms:modified>
</cp:coreProperties>
</file>